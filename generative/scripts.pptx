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86CE-94A4-4187-A1B9-824B35768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292F5-A76C-4F33-9B2F-9B378B5B2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32CB9-5C36-47B5-AD91-5602CBCE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DF780-F528-4AA5-882E-57A6A398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E513B-5287-4915-8E1D-69F2C9CD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1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563E-CA93-48C1-9E7B-9CA0B681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5419-050E-4898-AE0F-196451994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DAFEA-2148-4B46-BCF8-B593A577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8798-36BC-4257-A04C-A4497680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9760-A59C-4C9B-A6EC-5EFF85FA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72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95BE-E82A-47C3-8144-F2398A6A1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DACD3-337B-483E-955E-AD6C91022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045BE-977C-48A4-B16C-5BED100E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DC75-D170-460E-9AB5-2BB0D409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D12C2-6692-45BC-81EE-8F5C90E1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2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61B6-E03A-4D36-AD0C-B8BA7BAB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BBE1E-2658-499D-99DF-33084DB21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DA012-236A-45E9-9A27-C65B77565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7A65D-E2DC-4F7E-9913-149A7DD6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2D3E9-B501-4D4D-8969-88E5526A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C0564-8B2D-41E6-A71B-FCB1706A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E1C0-7489-4C62-9B48-6CAF0647F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F1862-27D4-4438-B0E7-D387B03ED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12708-892E-4067-B29F-6A50B5A36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A2852-E2C0-4C4C-BB6B-06EABB377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6052F3-9261-40B7-B181-0BB0A7CA9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41189-2DB2-4EA6-87D8-1415492C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87328-E90D-4C9E-8E68-09C64946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3C770-C97E-4C50-8E0A-94E5F1E0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1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9F1B-39AB-4F6C-8F2A-E9F692DB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E4091-ACD3-425C-8CE7-9FD87EF0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FDECE-9C3B-4DB3-812E-EB1DA0EF8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29054-7265-42A3-BEF0-CEADD500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7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87F19-C1C7-4A05-B90C-1C53F7F7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FFD1E-9781-4E46-932E-B2F51D41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73A4E-F08F-40DD-AE94-1D2F6DB2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60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43AF-8185-42BA-B2CD-859A23CD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2AB5C-67A2-4832-AF78-AE8B4C8F5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DE8D31-3D23-45EE-95B0-39EF6337B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87178-D2F4-4521-A533-2A3D98529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5B3D-4A51-453F-B1DA-7E369006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76B40-6B97-4C9C-9852-068C7A81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28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6FDF0-9146-4694-B3E5-412A6ABA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289AC4-7565-4958-B626-1D8FE014D4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52EAA-D781-4A34-9882-5805CA72F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434E9-AB6F-40F8-94E2-340F0C9E6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80F5A1-1F87-455C-AEE9-AE8E4A4F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CEFC0-2FFC-4944-AF0C-63160E28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2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FEB9-306A-4A7A-8976-25FC8506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1265F-FAA7-49B4-BC87-5A3BD71E5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DC9B-5D2A-4B5D-A0F6-D5415D9B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5975A-751D-40A7-BF6D-0DB2C368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26E4-E76A-4C99-9D39-DC7E4ECF0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8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53732-3317-4FDF-93B8-9D670F05C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C7719-619B-4204-98FC-15FD9EC5B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F3B8A-D608-4A70-A975-D0471F59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93E5E-AE5A-4E2F-A7EC-AE84095F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ED48F-2974-40F6-97C7-877ED12C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3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0E3DF-E22A-4C99-9982-3DB4155E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8B305-4C83-4553-88D0-6D05F4E4F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5668-6657-4DF1-ADFF-696232681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B0875-A65D-4467-B121-12918822140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7B9E1-BDD4-4F5B-8718-F5A503728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A90C-DDE9-4EFD-9B80-BC428A39C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5DE55-C0F1-4523-8C78-5CC16C403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19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9E44-CAB7-4C83-91D2-ADB442B05F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097C3-12DA-4361-9457-34B522420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9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E12FB5-59ED-435D-9E72-1B1E1D59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390525"/>
            <a:ext cx="5934075" cy="6076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E17F8-CFFE-43FF-AC42-B80BA64FC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552825"/>
            <a:ext cx="558165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3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Huang,Beibei</dc:creator>
  <cp:lastModifiedBy>Huang,Beibei</cp:lastModifiedBy>
  <cp:revision>1</cp:revision>
  <dcterms:created xsi:type="dcterms:W3CDTF">2026-07-21T20:01:08Z</dcterms:created>
  <dcterms:modified xsi:type="dcterms:W3CDTF">2026-07-21T20:03:56Z</dcterms:modified>
</cp:coreProperties>
</file>